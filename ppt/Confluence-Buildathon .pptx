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Source Sans 3" charset="1" panose="020B0303030403020204"/>
      <p:regular r:id="rId17"/>
    </p:embeddedFont>
    <p:embeddedFont>
      <p:font typeface="Source Sans 3 Bold" charset="1" panose="020B0303030403020204"/>
      <p:regular r:id="rId19"/>
    </p:embeddedFont>
    <p:embeddedFont>
      <p:font typeface="Source Sans 3 Italics" charset="1" panose="020B0303030403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jpe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2496560"/>
            <a:ext cx="7992726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Confluence Buildathon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0564" y="3492579"/>
            <a:ext cx="4067235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IEEE CS . PES University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0564" y="4384777"/>
            <a:ext cx="16140713" cy="3427809"/>
            <a:chOff x="0" y="0"/>
            <a:chExt cx="21520950" cy="45704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20911" cy="4570349"/>
            </a:xfrm>
            <a:custGeom>
              <a:avLst/>
              <a:gdLst/>
              <a:ahLst/>
              <a:cxnLst/>
              <a:rect r="r" b="b" t="t" l="l"/>
              <a:pathLst>
                <a:path h="4570349" w="215209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59189" y="0"/>
                  </a:lnTo>
                  <a:cubicBezTo>
                    <a:pt x="21493353" y="0"/>
                    <a:pt x="21520911" y="27686"/>
                    <a:pt x="21520911" y="61722"/>
                  </a:cubicBezTo>
                  <a:lnTo>
                    <a:pt x="21520911" y="4508627"/>
                  </a:lnTo>
                  <a:cubicBezTo>
                    <a:pt x="21520911" y="4542790"/>
                    <a:pt x="21493226" y="4570349"/>
                    <a:pt x="21459189" y="4570349"/>
                  </a:cubicBezTo>
                  <a:lnTo>
                    <a:pt x="61722" y="4570349"/>
                  </a:lnTo>
                  <a:cubicBezTo>
                    <a:pt x="27559" y="4570349"/>
                    <a:pt x="0" y="4542663"/>
                    <a:pt x="0" y="450862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564" y="4384777"/>
            <a:ext cx="8070352" cy="1713900"/>
            <a:chOff x="0" y="0"/>
            <a:chExt cx="10760469" cy="228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60456" cy="2285238"/>
            </a:xfrm>
            <a:custGeom>
              <a:avLst/>
              <a:gdLst/>
              <a:ahLst/>
              <a:cxnLst/>
              <a:rect r="r" b="b" t="t" l="l"/>
              <a:pathLst>
                <a:path h="2285238" w="10760456">
                  <a:moveTo>
                    <a:pt x="51435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0" y="2285238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89317" y="4684014"/>
            <a:ext cx="745284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317" y="5250647"/>
            <a:ext cx="7452846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Sunday, October 25th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50925" y="4384777"/>
            <a:ext cx="8070352" cy="1713900"/>
            <a:chOff x="0" y="0"/>
            <a:chExt cx="10760469" cy="2285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0456" cy="2285238"/>
            </a:xfrm>
            <a:custGeom>
              <a:avLst/>
              <a:gdLst/>
              <a:ahLst/>
              <a:cxnLst/>
              <a:rect r="r" b="b" t="t" l="l"/>
              <a:pathLst>
                <a:path h="2285238" w="10760456">
                  <a:moveTo>
                    <a:pt x="0" y="0"/>
                  </a:moveTo>
                  <a:lnTo>
                    <a:pt x="10709021" y="0"/>
                  </a:lnTo>
                  <a:cubicBezTo>
                    <a:pt x="10737469" y="0"/>
                    <a:pt x="10760456" y="22987"/>
                    <a:pt x="10760456" y="51435"/>
                  </a:cubicBezTo>
                  <a:lnTo>
                    <a:pt x="10760456" y="2285238"/>
                  </a:ln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50925" y="4384777"/>
            <a:ext cx="38129" cy="1713900"/>
            <a:chOff x="0" y="0"/>
            <a:chExt cx="50838" cy="228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2285238"/>
            </a:xfrm>
            <a:custGeom>
              <a:avLst/>
              <a:gdLst/>
              <a:ahLst/>
              <a:cxnLst/>
              <a:rect r="r" b="b" t="t" l="l"/>
              <a:pathLst>
                <a:path h="228523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59678" y="4684014"/>
            <a:ext cx="745284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9678" y="5250647"/>
            <a:ext cx="7452846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8:00 AM – 6:00 PM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0564" y="6098677"/>
            <a:ext cx="8070352" cy="1713900"/>
            <a:chOff x="0" y="0"/>
            <a:chExt cx="10760469" cy="2285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60456" cy="2285238"/>
            </a:xfrm>
            <a:custGeom>
              <a:avLst/>
              <a:gdLst/>
              <a:ahLst/>
              <a:cxnLst/>
              <a:rect r="r" b="b" t="t" l="l"/>
              <a:pathLst>
                <a:path h="2285238" w="10760456">
                  <a:moveTo>
                    <a:pt x="0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51435" y="2285238"/>
                  </a:lnTo>
                  <a:cubicBezTo>
                    <a:pt x="22987" y="2285238"/>
                    <a:pt x="0" y="2262251"/>
                    <a:pt x="0" y="2233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80564" y="6098677"/>
            <a:ext cx="8070352" cy="38129"/>
            <a:chOff x="0" y="0"/>
            <a:chExt cx="10760469" cy="5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0456" cy="50800"/>
            </a:xfrm>
            <a:custGeom>
              <a:avLst/>
              <a:gdLst/>
              <a:ahLst/>
              <a:cxnLst/>
              <a:rect r="r" b="b" t="t" l="l"/>
              <a:pathLst>
                <a:path h="50800" w="1076045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89317" y="6397914"/>
            <a:ext cx="745284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Venue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9317" y="6964556"/>
            <a:ext cx="7452846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13th Floor, BE Block, PES University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150925" y="6098677"/>
            <a:ext cx="8070352" cy="1713900"/>
            <a:chOff x="0" y="0"/>
            <a:chExt cx="10760469" cy="228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60456" cy="2285238"/>
            </a:xfrm>
            <a:custGeom>
              <a:avLst/>
              <a:gdLst/>
              <a:ahLst/>
              <a:cxnLst/>
              <a:rect r="r" b="b" t="t" l="l"/>
              <a:pathLst>
                <a:path h="2285238" w="10760456">
                  <a:moveTo>
                    <a:pt x="0" y="0"/>
                  </a:moveTo>
                  <a:lnTo>
                    <a:pt x="10760456" y="0"/>
                  </a:lnTo>
                  <a:lnTo>
                    <a:pt x="10760456" y="2233803"/>
                  </a:lnTo>
                  <a:cubicBezTo>
                    <a:pt x="10760456" y="2262251"/>
                    <a:pt x="10737469" y="2285238"/>
                    <a:pt x="10709022" y="2285238"/>
                  </a:cubicBez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50925" y="6098677"/>
            <a:ext cx="38129" cy="1713900"/>
            <a:chOff x="0" y="0"/>
            <a:chExt cx="50838" cy="2285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" cy="2285238"/>
            </a:xfrm>
            <a:custGeom>
              <a:avLst/>
              <a:gdLst/>
              <a:ahLst/>
              <a:cxnLst/>
              <a:rect r="r" b="b" t="t" l="l"/>
              <a:pathLst>
                <a:path h="2285238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50925" y="6098677"/>
            <a:ext cx="8070352" cy="38129"/>
            <a:chOff x="0" y="0"/>
            <a:chExt cx="10760469" cy="508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0456" cy="50800"/>
            </a:xfrm>
            <a:custGeom>
              <a:avLst/>
              <a:gdLst/>
              <a:ahLst/>
              <a:cxnLst/>
              <a:rect r="r" b="b" t="t" l="l"/>
              <a:pathLst>
                <a:path h="50800" w="1076045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59678" y="6397914"/>
            <a:ext cx="745284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Size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59678" y="6964556"/>
            <a:ext cx="7452846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3–4 members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 t="0" r="0" b="0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2459326"/>
            <a:ext cx="8378369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 &amp; Track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8193" y="3785426"/>
            <a:ext cx="6448987" cy="4064546"/>
            <a:chOff x="0" y="0"/>
            <a:chExt cx="8598649" cy="54193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598535" cy="5419344"/>
            </a:xfrm>
            <a:custGeom>
              <a:avLst/>
              <a:gdLst/>
              <a:ahLst/>
              <a:cxnLst/>
              <a:rect r="r" b="b" t="t" l="l"/>
              <a:pathLst>
                <a:path h="5419344" w="859853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536813" y="0"/>
                  </a:lnTo>
                  <a:cubicBezTo>
                    <a:pt x="8570976" y="0"/>
                    <a:pt x="8598535" y="27686"/>
                    <a:pt x="8598535" y="61722"/>
                  </a:cubicBezTo>
                  <a:lnTo>
                    <a:pt x="8598535" y="5357622"/>
                  </a:lnTo>
                  <a:cubicBezTo>
                    <a:pt x="8598535" y="5391785"/>
                    <a:pt x="8570849" y="5419344"/>
                    <a:pt x="8536813" y="5419344"/>
                  </a:cubicBezTo>
                  <a:lnTo>
                    <a:pt x="61722" y="5419344"/>
                  </a:lnTo>
                  <a:cubicBezTo>
                    <a:pt x="27559" y="5419344"/>
                    <a:pt x="0" y="5391658"/>
                    <a:pt x="0" y="5357622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66946" y="4103694"/>
            <a:ext cx="2229922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We 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946" y="4765386"/>
            <a:ext cx="5831481" cy="2206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Team Name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[Your team name]</a:t>
            </a:r>
          </a:p>
          <a:p>
            <a:pPr algn="l">
              <a:lnSpc>
                <a:spcPts val="3602"/>
              </a:lnSpc>
            </a:pPr>
            <a:r>
              <a:rPr lang="en-US" sz="2401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[Track name]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47686" y="4103694"/>
            <a:ext cx="2570024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 the Team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7847686" y="4880162"/>
            <a:ext cx="4537034" cy="1156849"/>
          </a:xfrm>
          <a:custGeom>
            <a:avLst/>
            <a:gdLst/>
            <a:ahLst/>
            <a:cxnLst/>
            <a:rect r="r" b="b" t="t" l="l"/>
            <a:pathLst>
              <a:path h="1156849" w="4537034">
                <a:moveTo>
                  <a:pt x="0" y="0"/>
                </a:moveTo>
                <a:lnTo>
                  <a:pt x="4537033" y="0"/>
                </a:lnTo>
                <a:lnTo>
                  <a:pt x="4537033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64" r="0" b="-56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47091" y="5150863"/>
            <a:ext cx="3690757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2693472" y="4880162"/>
            <a:ext cx="4537186" cy="1156849"/>
          </a:xfrm>
          <a:custGeom>
            <a:avLst/>
            <a:gdLst/>
            <a:ahLst/>
            <a:cxnLst/>
            <a:rect r="r" b="b" t="t" l="l"/>
            <a:pathLst>
              <a:path h="1156849" w="4537186">
                <a:moveTo>
                  <a:pt x="0" y="0"/>
                </a:moveTo>
                <a:lnTo>
                  <a:pt x="4537186" y="0"/>
                </a:lnTo>
                <a:lnTo>
                  <a:pt x="4537186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66" r="0" b="-567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192877" y="5150863"/>
            <a:ext cx="3690899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47686" y="6345784"/>
            <a:ext cx="4537034" cy="1156849"/>
          </a:xfrm>
          <a:custGeom>
            <a:avLst/>
            <a:gdLst/>
            <a:ahLst/>
            <a:cxnLst/>
            <a:rect r="r" b="b" t="t" l="l"/>
            <a:pathLst>
              <a:path h="1156849" w="4537034">
                <a:moveTo>
                  <a:pt x="0" y="0"/>
                </a:moveTo>
                <a:lnTo>
                  <a:pt x="4537033" y="0"/>
                </a:lnTo>
                <a:lnTo>
                  <a:pt x="4537033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64" r="0" b="-56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47091" y="6616475"/>
            <a:ext cx="3690757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693472" y="6345784"/>
            <a:ext cx="4537186" cy="1156849"/>
          </a:xfrm>
          <a:custGeom>
            <a:avLst/>
            <a:gdLst/>
            <a:ahLst/>
            <a:cxnLst/>
            <a:rect r="r" b="b" t="t" l="l"/>
            <a:pathLst>
              <a:path h="1156849" w="4537186">
                <a:moveTo>
                  <a:pt x="0" y="0"/>
                </a:moveTo>
                <a:lnTo>
                  <a:pt x="4537186" y="0"/>
                </a:lnTo>
                <a:lnTo>
                  <a:pt x="4537186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566" r="0" b="-56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192877" y="6616475"/>
            <a:ext cx="3690899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[Name] — [SRN]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3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3803704"/>
            <a:ext cx="5004018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Line Pitch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3622" y="5400932"/>
            <a:ext cx="16592740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[A single, clear sentence that captures what you're building and why it matters]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0564" y="5129794"/>
            <a:ext cx="38129" cy="1157745"/>
            <a:chOff x="0" y="0"/>
            <a:chExt cx="50838" cy="15436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800" cy="1543685"/>
            </a:xfrm>
            <a:custGeom>
              <a:avLst/>
              <a:gdLst/>
              <a:ahLst/>
              <a:cxnLst/>
              <a:rect r="r" b="b" t="t" l="l"/>
              <a:pathLst>
                <a:path h="1543685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518285"/>
                  </a:lnTo>
                  <a:cubicBezTo>
                    <a:pt x="50800" y="1532382"/>
                    <a:pt x="39370" y="1543685"/>
                    <a:pt x="25400" y="1543685"/>
                  </a:cubicBezTo>
                  <a:cubicBezTo>
                    <a:pt x="11430" y="1543685"/>
                    <a:pt x="0" y="1532255"/>
                    <a:pt x="0" y="1518285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23021" y="6558677"/>
            <a:ext cx="17055798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2401" i="true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This is your hook — make it count. One sentence, one idea, one reason the judges should care.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2287448"/>
            <a:ext cx="7748468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Existing Software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80564" y="3960876"/>
            <a:ext cx="694658" cy="694677"/>
            <a:chOff x="0" y="0"/>
            <a:chExt cx="926211" cy="9262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6211" cy="926211"/>
            </a:xfrm>
            <a:custGeom>
              <a:avLst/>
              <a:gdLst/>
              <a:ahLst/>
              <a:cxnLst/>
              <a:rect r="r" b="b" t="t" l="l"/>
              <a:pathLst>
                <a:path h="926211" w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17438" y="4045106"/>
            <a:ext cx="420910" cy="720952"/>
            <a:chOff x="0" y="0"/>
            <a:chExt cx="561213" cy="9612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1208" cy="961273"/>
            </a:xfrm>
            <a:custGeom>
              <a:avLst/>
              <a:gdLst/>
              <a:ahLst/>
              <a:cxnLst/>
              <a:rect r="r" b="b" t="t" l="l"/>
              <a:pathLst>
                <a:path h="961273" w="561208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t="0" r="-110405" b="270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b="true" sz="3302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83975" y="4057402"/>
            <a:ext cx="2363093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83975" y="4738135"/>
            <a:ext cx="6690274" cy="10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Name: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[Software/technology name] — [Link if available]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0564" y="6357995"/>
            <a:ext cx="694658" cy="694677"/>
            <a:chOff x="0" y="0"/>
            <a:chExt cx="926211" cy="9262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6211" cy="926211"/>
            </a:xfrm>
            <a:custGeom>
              <a:avLst/>
              <a:gdLst/>
              <a:ahLst/>
              <a:cxnLst/>
              <a:rect r="r" b="b" t="t" l="l"/>
              <a:pathLst>
                <a:path h="926211" w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7438" y="6442224"/>
            <a:ext cx="420910" cy="720952"/>
            <a:chOff x="0" y="0"/>
            <a:chExt cx="561213" cy="9612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1208" cy="961273"/>
            </a:xfrm>
            <a:custGeom>
              <a:avLst/>
              <a:gdLst/>
              <a:ahLst/>
              <a:cxnLst/>
              <a:rect r="r" b="b" t="t" l="l"/>
              <a:pathLst>
                <a:path h="961273" w="561208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t="0" r="-110405" b="270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b="true" sz="3302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83975" y="6454521"/>
            <a:ext cx="2224802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It Does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83975" y="7135244"/>
            <a:ext cx="6690274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[Who uses it and what problem it solves today]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537125" y="3960876"/>
            <a:ext cx="7693685" cy="2099072"/>
            <a:chOff x="0" y="0"/>
            <a:chExt cx="10258247" cy="27987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58171" cy="2798699"/>
            </a:xfrm>
            <a:custGeom>
              <a:avLst/>
              <a:gdLst/>
              <a:ahLst/>
              <a:cxnLst/>
              <a:rect r="r" b="b" t="t" l="l"/>
              <a:pathLst>
                <a:path h="2798699" w="1025817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196449" y="0"/>
                  </a:lnTo>
                  <a:cubicBezTo>
                    <a:pt x="10230485" y="0"/>
                    <a:pt x="10258171" y="27686"/>
                    <a:pt x="10258171" y="61722"/>
                  </a:cubicBezTo>
                  <a:lnTo>
                    <a:pt x="10258171" y="2736977"/>
                  </a:lnTo>
                  <a:cubicBezTo>
                    <a:pt x="10258171" y="2771013"/>
                    <a:pt x="10230485" y="2798699"/>
                    <a:pt x="10196449" y="2798699"/>
                  </a:cubicBezTo>
                  <a:lnTo>
                    <a:pt x="61722" y="2798699"/>
                  </a:lnTo>
                  <a:cubicBezTo>
                    <a:pt x="27686" y="2798699"/>
                    <a:pt x="0" y="2771013"/>
                    <a:pt x="0" y="27369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30773" y="4522768"/>
            <a:ext cx="7106390" cy="89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Gap We Found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[The specific limitation or problem we're addressing]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7125" y="6331096"/>
            <a:ext cx="7693685" cy="89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true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This is the core of your problem statement — be specific about what's broken or missing.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3060468"/>
            <a:ext cx="3131344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Idea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0564" y="5689244"/>
            <a:ext cx="363140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We're Building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564" y="6246343"/>
            <a:ext cx="5122964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[Brief description of your solution]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89433" y="5689244"/>
            <a:ext cx="3086814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Improvement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89433" y="6246343"/>
            <a:ext cx="5122964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[What gets better and why it matters]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98312" y="5689244"/>
            <a:ext cx="354252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Fits the Track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98312" y="6246343"/>
            <a:ext cx="5122964" cy="10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[Why this aligns with the hackathon track]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2271512"/>
            <a:ext cx="5098137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6940" y="4040594"/>
            <a:ext cx="3636586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6940" y="4702287"/>
            <a:ext cx="7763980" cy="539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[Languages, frameworks, libraries you'll use]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72382" y="4040594"/>
            <a:ext cx="6848894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We'll Definitely Finish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72382" y="4701611"/>
            <a:ext cx="6848894" cy="44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[The core feature you're confident about delivering]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9144000" y="4050119"/>
            <a:ext cx="0" cy="5577579"/>
          </a:xfrm>
          <a:prstGeom prst="line">
            <a:avLst/>
          </a:prstGeom>
          <a:ln cap="flat" w="38100">
            <a:solidFill>
              <a:srgbClr val="85858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2597848"/>
            <a:ext cx="9030771" cy="852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We'll Show It Works</a:t>
            </a:r>
          </a:p>
        </p:txBody>
      </p:sp>
      <p:sp>
        <p:nvSpPr>
          <p:cNvPr name="Freeform 3" id="3" descr="preencoded.png"/>
          <p:cNvSpPr/>
          <p:nvPr/>
        </p:nvSpPr>
        <p:spPr>
          <a:xfrm flipH="false" flipV="false" rot="0">
            <a:off x="1080564" y="4078395"/>
            <a:ext cx="5174351" cy="3633054"/>
          </a:xfrm>
          <a:custGeom>
            <a:avLst/>
            <a:gdLst/>
            <a:ahLst/>
            <a:cxnLst/>
            <a:rect r="r" b="b" t="t" l="l"/>
            <a:pathLst>
              <a:path h="3633054" w="5174351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36" r="0" b="-13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27445" y="5342049"/>
            <a:ext cx="2717244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Before vs. After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7445" y="5899156"/>
            <a:ext cx="4480589" cy="1465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[How you'll demonstrate the improvement — demo, benchmark, or test]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6563668" y="4078395"/>
            <a:ext cx="5174351" cy="3633054"/>
          </a:xfrm>
          <a:custGeom>
            <a:avLst/>
            <a:gdLst/>
            <a:ahLst/>
            <a:cxnLst/>
            <a:rect r="r" b="b" t="t" l="l"/>
            <a:pathLst>
              <a:path h="3633054" w="5174351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36" r="0" b="-13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10549" y="5342049"/>
            <a:ext cx="2296835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Benefits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0549" y="5899156"/>
            <a:ext cx="4480589" cy="10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[The user or use case that gains the most value from your solution]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12046772" y="4078395"/>
            <a:ext cx="5174351" cy="3633054"/>
          </a:xfrm>
          <a:custGeom>
            <a:avLst/>
            <a:gdLst/>
            <a:ahLst/>
            <a:cxnLst/>
            <a:rect r="r" b="b" t="t" l="l"/>
            <a:pathLst>
              <a:path h="3633054" w="5174351">
                <a:moveTo>
                  <a:pt x="0" y="0"/>
                </a:moveTo>
                <a:lnTo>
                  <a:pt x="5174352" y="0"/>
                </a:lnTo>
                <a:lnTo>
                  <a:pt x="5174352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36" r="0" b="-13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393663" y="5342049"/>
            <a:ext cx="3349347" cy="412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&amp; Backup Plan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93663" y="5899156"/>
            <a:ext cx="4480589" cy="1002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[One thing that might go wrong and how you'll handle it]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05197"/>
            <a:ext cx="1985485" cy="606814"/>
            <a:chOff x="0" y="0"/>
            <a:chExt cx="3470605" cy="10607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70656" cy="1060704"/>
            </a:xfrm>
            <a:custGeom>
              <a:avLst/>
              <a:gdLst/>
              <a:ahLst/>
              <a:cxnLst/>
              <a:rect r="r" b="b" t="t" l="l"/>
              <a:pathLst>
                <a:path h="1060704" w="3470656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3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618299" y="421886"/>
            <a:ext cx="1602977" cy="773436"/>
          </a:xfrm>
          <a:custGeom>
            <a:avLst/>
            <a:gdLst/>
            <a:ahLst/>
            <a:cxnLst/>
            <a:rect r="r" b="b" t="t" l="l"/>
            <a:pathLst>
              <a:path h="773436" w="1602977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DAHX_KLmqzA</dc:identifier>
  <dcterms:modified xsi:type="dcterms:W3CDTF">2011-08-01T06:04:30Z</dcterms:modified>
  <cp:revision>1</cp:revision>
  <dc:title>Confluence-Buildathon .pptx</dc:title>
</cp:coreProperties>
</file>